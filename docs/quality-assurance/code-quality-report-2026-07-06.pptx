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Engine v3 is production-grade; legacy pipeline carries the debt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Import boundary is real and enforced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Two monolithic files are the highest-priority refactor targets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Duplication across engine and legacy stacks inflates fix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Phase layering is inverted in one critical dependency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Render policy diverges between engine and legacy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No static analysis tooling is configured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Security posture is clean for credentials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Error handling follows deliberate fail-open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Prioritized remediation 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code-quality-report-2026-07-06.md</a:t>
            </a:r>
          </a:p>
          <a:p>
            <a:r>
              <a:t>Dimension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 Quality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Camp Link Discovery Engine</a:t>
            </a:r>
          </a:p>
          <a:p>
            <a:r>
              <a:t>FRAIM Quality Assessment</a:t>
            </a:r>
          </a:p>
          <a:p>
            <a:r>
              <a:t>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 v3 is production-grade; legacy pipeline carries the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`engine/` enforces a tested import boundary (zero violations) with clean subpackages: fetch, extract, validate, run, registry</a:t>
            </a:r>
          </a:p>
          <a:p>
            <a:pPr>
              <a:defRPr sz="1800"/>
            </a:pPr>
            <a:r>
              <a:t>Engine modules follow R3–R6 constraints with strong docstrings and dataclass models</a:t>
            </a:r>
          </a:p>
          <a:p>
            <a:pPr>
              <a:defRPr sz="1800"/>
            </a:pPr>
            <a:r>
              <a:t>Legacy stack (`phase_b/platforms.py` 2,065 lines, `orchestrator/run.py` 1,598 lines) dominates maintainability risk</a:t>
            </a:r>
          </a:p>
          <a:p>
            <a:pPr>
              <a:defRPr sz="1800"/>
            </a:pPr>
            <a:r>
              <a:t>**Grade breakdown:** Engine A−, Legacy C+, Overall B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boundary is real and enforced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`tools/check_imports.py` AST-scans `engine/` for forbidden imports from pipeline packages</a:t>
            </a:r>
          </a:p>
          <a:p>
            <a:pPr>
              <a:defRPr sz="1800"/>
            </a:pPr>
            <a:r>
              <a:t>`tests/test_engine_boundary.py` enforces in CI — **zero violations found**</a:t>
            </a:r>
          </a:p>
          <a:p>
            <a:pPr>
              <a:defRPr sz="1800"/>
            </a:pPr>
            <a:r>
              <a:t>Engine is self-contained; pipeline bridges via `phase_c/engine_bridge.py` without re-importing enumeration</a:t>
            </a:r>
          </a:p>
          <a:p>
            <a:pPr>
              <a:defRPr sz="1800"/>
            </a:pPr>
            <a:r>
              <a:t>One-directional check: pipeline may import engine, not vice versa (by design)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monolithic files are the highest-priority refactor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Duplication across engine and legacy stacks inflates fix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`CHROME_LABELS` frozensets duplicated in `engine/validate/gate.py` and `phase_c/junk_audit.py`</a:t>
            </a:r>
          </a:p>
          <a:p>
            <a:pPr>
              <a:defRPr sz="1800"/>
            </a:pPr>
            <a:r>
              <a:t>URL normalization duplicated: `shared/urls.py` vs `engine/fetch/urls.py`</a:t>
            </a:r>
          </a:p>
          <a:p>
            <a:pPr>
              <a:defRPr sz="1800"/>
            </a:pPr>
            <a:r>
              <a:t>Dual fetch caches: `shared/fetch_cache.py` vs `engine/fetch/cache.py`</a:t>
            </a:r>
          </a:p>
          <a:p>
            <a:pPr>
              <a:defRPr sz="1800"/>
            </a:pPr>
            <a:r>
              <a:t>Dual LLM clients: `engine/extract/llm.py` vs `shared/llm.py`</a:t>
            </a:r>
          </a:p>
          <a:p>
            <a:pPr>
              <a:defRPr sz="1800"/>
            </a:pPr>
            <a:r>
              <a:t>Platform adapter logic exists in both `phase_b/platforms.py` and `engine/extract/vendors/`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layering is inverted in one critical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`phase_b/platforms.py` imports `phase_c.junk_audit.is_unusable_name`</a:t>
            </a:r>
          </a:p>
          <a:p>
            <a:pPr>
              <a:defRPr sz="1800"/>
            </a:pPr>
            <a:r>
              <a:t>`phase_c/` also imports heavily from `phase_b/` — latent circular-import risk</a:t>
            </a:r>
          </a:p>
          <a:p>
            <a:pPr>
              <a:defRPr sz="1800"/>
            </a:pPr>
            <a:r>
              <a:t>**Fix:** Move `is_unusable_name` / chrome detection to `shared/` so phase B does not depend on phase C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Render policy diverges between engine and legacy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Project rule R5.2: engine renders must **never use `networkidle`**</a:t>
            </a:r>
          </a:p>
          <a:p>
            <a:pPr>
              <a:defRPr sz="1800"/>
            </a:pPr>
            <a:r>
              <a:t>`engine/fetch/render.py` correctly uses domcontentloaded + settle poll</a:t>
            </a:r>
          </a:p>
          <a:p>
            <a:pPr>
              <a:defRPr sz="1800"/>
            </a:pPr>
            <a:r>
              <a:t>`phase_b/crawl.py` explicitly chooses `networkidle` for JS hosts</a:t>
            </a:r>
          </a:p>
          <a:p>
            <a:pPr>
              <a:defRPr sz="1800"/>
            </a:pPr>
            <a:r>
              <a:t>`phase_d/hubs/*.py` also use networkidle patterns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static analysis tooling is configured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 `pyproject.toml`, `ruff`, or `mypy` config found</a:t>
            </a:r>
          </a:p>
          <a:p>
            <a:pPr>
              <a:defRPr sz="1800"/>
            </a:pPr>
            <a:r>
              <a:t>Type hints strong in `engine/*` and newer modules; weak in `orchestrator/run.py`, `shared/store.py`</a:t>
            </a:r>
          </a:p>
          <a:p>
            <a:pPr>
              <a:defRPr sz="1800"/>
            </a:pPr>
            <a:r>
              <a:t>No bare `except:` found across 206 Python files (excellent)</a:t>
            </a:r>
          </a:p>
          <a:p>
            <a:pPr>
              <a:defRPr sz="1800"/>
            </a:pPr>
            <a:r>
              <a:t>~30 files use broad `except Exception` — deliberate fail-open pattern, not silent swallowing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posture is clean for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 hardcoded API keys, passwords, or tokens found in Python source</a:t>
            </a:r>
          </a:p>
          <a:p>
            <a:pPr>
              <a:defRPr sz="1800"/>
            </a:pPr>
            <a:r>
              <a:t>API keys loaded via `.env` / environment variables (`.env.example` documents pattern)</a:t>
            </a:r>
          </a:p>
          <a:p>
            <a:pPr>
              <a:defRPr sz="1800"/>
            </a:pPr>
            <a:r>
              <a:t>No security-critical findings in credential scanning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follows deliberate fail-open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Extractor crashes → `Gap(reason="render_failed")` in `engine/run/runner.py`</a:t>
            </a:r>
          </a:p>
          <a:p>
            <a:pPr>
              <a:defRPr sz="1800"/>
            </a:pPr>
            <a:r>
              <a:t>LLM failures return `None`; gate keeps row as `needs_review` (R3 compliant)</a:t>
            </a:r>
          </a:p>
          <a:p>
            <a:pPr>
              <a:defRPr sz="1800"/>
            </a:pPr>
            <a:r>
              <a:t>Per-provider `asyncio.gather` isolation — one bad provider does not kill town run</a:t>
            </a:r>
          </a:p>
          <a:p>
            <a:pPr>
              <a:defRPr sz="1800"/>
            </a:pPr>
            <a:r>
              <a:t>`gate_program()` in `engine/validate/gate.py` is thorough but ~240 lines — split into named check functions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Prioritized remediation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