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443 tests pass but R1 eval is not automated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Engine unit coverage is strong for core primitives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Two vendor extractors have zero offline tests (R7.2 violation)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Dual gate systems create false confidence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Runner integration test stubs all extractors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Legacy pipeline tests dilute engine v3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Test infrastructure lacks project scaffolding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Registry and eval coverage gaps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Mission-critical scenarios lacking coverage (R1–R8)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Prioritized remediation 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test-quality-report-2026-07-06.md</a:t>
            </a:r>
          </a:p>
          <a:p>
            <a:r>
              <a:t>Dimension 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Quality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Camp Link Discovery Engine</a:t>
            </a:r>
          </a:p>
          <a:p>
            <a:r>
              <a:t>FRAIM Quality Assessment</a:t>
            </a:r>
          </a:p>
          <a:p>
            <a:r>
              <a:t>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443 tests pass but R1 eval is not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**442 passed, 1 skipped** in ~65s (`./venv/bin/python -m pytest -q`)</a:t>
            </a:r>
          </a:p>
          <a:p>
            <a:pPr>
              <a:defRPr sz="1800"/>
            </a:pPr>
            <a:r>
              <a:t>Skipped: `test_baseline.py::test_lexington_provider_floors` (no Lexington B.5 output in fresh clone)</a:t>
            </a:r>
          </a:p>
          <a:p>
            <a:pPr>
              <a:defRPr sz="1800"/>
            </a:pPr>
            <a:r>
              <a:t>**Critical gap:** No pytest invokes `python -m engine.eval --town lexington` — R1 definition of done is manual only</a:t>
            </a:r>
          </a:p>
          <a:p>
            <a:pPr>
              <a:defRPr sz="1800"/>
            </a:pPr>
            <a:r>
              <a:t>Suite proves components work in isolation, not that Lexington recall meets ground truth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 unit coverage is strong for core primitives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vendor extractors have zero offline tests (R7.2 violation)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 gate systems create false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Engine gate: `engine/validate/gate.py` — well tested</a:t>
            </a:r>
          </a:p>
          <a:p>
            <a:pPr>
              <a:defRPr sz="1800"/>
            </a:pPr>
            <a:r>
              <a:t>Legacy gate: `phase_c.deliverables.apply_publish_gates` + `phase_c.junk_audit.validate_session`</a:t>
            </a:r>
          </a:p>
          <a:p>
            <a:pPr>
              <a:defRPr sz="1800"/>
            </a:pPr>
            <a:r>
              <a:t>R6 mandates **one gate** — tests cover two divergent implementations independently</a:t>
            </a:r>
          </a:p>
          <a:p>
            <a:pPr>
              <a:defRPr sz="1800"/>
            </a:pPr>
            <a:r>
              <a:t>`test_publish_gates.py` and `test_validation_gate.py` test legacy path; may not reflect production engine behavior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Runner integration test stubs all extractors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`test_engine_phase1.py::test_runner_counts_match_csvs` stubs **all** extractors → always 21 `needs_adapter` gaps</a:t>
            </a:r>
          </a:p>
          <a:p>
            <a:pPr>
              <a:defRPr sz="1800"/>
            </a:pPr>
            <a:r>
              <a:t>Validates CSV count consistency only — never tests real extraction recall</a:t>
            </a:r>
          </a:p>
          <a:p>
            <a:pPr>
              <a:defRPr sz="1800"/>
            </a:pPr>
            <a:r>
              <a:t>**Missing:** End-to-end town run for at least one provider (WebTrac or MyRec) through extract → gate → write → eval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pipeline tests dilute engine v3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~74 test files total; ~59 test legacy `phase_b`/`phase_c` pipeline (frozen per R2)</a:t>
            </a:r>
          </a:p>
          <a:p>
            <a:pPr>
              <a:defRPr sz="1800"/>
            </a:pPr>
            <a:r>
              <a:t>`test_fetch_wait.py` and `test_render.py` lock **networkidle** behavior that R5.2 forbids for engine</a:t>
            </a:r>
          </a:p>
          <a:p>
            <a:pPr>
              <a:defRPr sz="1800"/>
            </a:pPr>
            <a:r>
              <a:t>`test_characterization_adapters.py` locks MyRec session count at 89 (whole catalog, not summer-filtered contract)</a:t>
            </a:r>
          </a:p>
          <a:p>
            <a:pPr>
              <a:defRPr sz="1800"/>
            </a:pPr>
            <a:r>
              <a:t>Orphaned lock: `characterization_locks.json` has `community_ed_session_count: 0` with no test (deleted anti-pattern remnant)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infrastructure lacks project scaffolding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Registry and eval coverage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Schema validation, Lexington GT host ⊆ registry — covered</a:t>
            </a:r>
          </a:p>
          <a:p>
            <a:pPr>
              <a:defRPr sz="1800"/>
            </a:pPr>
            <a:r>
              <a:t>Proposer fingerprint + proposals-only — covered</a:t>
            </a:r>
          </a:p>
          <a:p>
            <a:pPr>
              <a:defRPr sz="1800"/>
            </a:pPr>
            <a:r>
              <a:t>**Gap:** No test that registry YAML fields drive campbrain/enrollsy extractors correctly</a:t>
            </a:r>
          </a:p>
          <a:p>
            <a:pPr>
              <a:defRPr sz="1800"/>
            </a:pPr>
            <a:r>
              <a:t>Fuzzy matcher, date windows, scoring math — unit tested</a:t>
            </a:r>
          </a:p>
          <a:p>
            <a:pPr>
              <a:defRPr sz="1800"/>
            </a:pPr>
            <a:r>
              <a:t>Golden vendor tier routing — 100% in fixtures</a:t>
            </a:r>
          </a:p>
          <a:p>
            <a:pPr>
              <a:defRPr sz="1800"/>
            </a:pPr>
            <a:r>
              <a:t>**Missing:** Eval CLI `--compare`, history write, recall/precision floors against ground truth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Mission-critical scenarios lacking coverage (R1–R8)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Prioritized remediation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